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63" r:id="rId4"/>
    <p:sldId id="258" r:id="rId5"/>
    <p:sldId id="261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83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3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22:43:13.7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1,'7523'0,"-7515"0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17T22:43:22.9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0,'6182'0,"-6165"0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62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352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8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24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07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14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60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07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14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56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4917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822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1406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604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510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186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DC299-80EA-44D1-8BCC-F4F994A97190}" type="datetimeFigureOut">
              <a:rPr lang="en-GB" smtClean="0"/>
              <a:t>17/11/2024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48C2B0F-9BB5-42C3-9DBE-B437804802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828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D7164620-4F58-3589-04D3-0382DFE2E7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7576" t="6121" r="-1" b="2969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86" name="Isosceles Triangle 85">
            <a:extLst>
              <a:ext uri="{FF2B5EF4-FFF2-40B4-BE49-F238E27FC236}">
                <a16:creationId xmlns:a16="http://schemas.microsoft.com/office/drawing/2014/main" id="{75E2E123-3C83-43BD-A914-ABBE21F27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8" name="Parallelogram 87">
            <a:extLst>
              <a:ext uri="{FF2B5EF4-FFF2-40B4-BE49-F238E27FC236}">
                <a16:creationId xmlns:a16="http://schemas.microsoft.com/office/drawing/2014/main" id="{995A6387-DC25-45BB-BB80-163F4969D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3800" y="0"/>
            <a:ext cx="7315200" cy="6858000"/>
          </a:xfrm>
          <a:prstGeom prst="parallelogram">
            <a:avLst>
              <a:gd name="adj" fmla="val 15925"/>
            </a:avLst>
          </a:prstGeom>
          <a:solidFill>
            <a:schemeClr val="bg2">
              <a:lumMod val="50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798AFFB-2406-434D-A0CE-2565FE95B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3063057-6412-4BB0-894C-992F73C05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23">
            <a:extLst>
              <a:ext uri="{FF2B5EF4-FFF2-40B4-BE49-F238E27FC236}">
                <a16:creationId xmlns:a16="http://schemas.microsoft.com/office/drawing/2014/main" id="{6F9E6381-3DC2-436A-A068-50188D7D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6" name="Rectangle 25">
            <a:extLst>
              <a:ext uri="{FF2B5EF4-FFF2-40B4-BE49-F238E27FC236}">
                <a16:creationId xmlns:a16="http://schemas.microsoft.com/office/drawing/2014/main" id="{BEADA3A0-9FE9-44F2-B498-F7B69B5A3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6440AEDB-FA40-472E-B376-B76CB8BEB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66B04-F269-FCE1-5B76-100508A75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1450" y="1678665"/>
            <a:ext cx="4482553" cy="2369131"/>
          </a:xfrm>
        </p:spPr>
        <p:txBody>
          <a:bodyPr>
            <a:normAutofit/>
          </a:bodyPr>
          <a:lstStyle/>
          <a:p>
            <a:r>
              <a:rPr lang="en-GB"/>
              <a:t>Witch Hunt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CFA98-9010-DB1F-CBA6-360A02762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276" y="4050832"/>
            <a:ext cx="4485725" cy="1096899"/>
          </a:xfrm>
        </p:spPr>
        <p:txBody>
          <a:bodyPr>
            <a:normAutofit/>
          </a:bodyPr>
          <a:lstStyle/>
          <a:p>
            <a:r>
              <a:rPr lang="en-GB"/>
              <a:t> by Unreal Worms</a:t>
            </a:r>
          </a:p>
        </p:txBody>
      </p:sp>
      <p:sp>
        <p:nvSpPr>
          <p:cNvPr id="100" name="Rectangle 27">
            <a:extLst>
              <a:ext uri="{FF2B5EF4-FFF2-40B4-BE49-F238E27FC236}">
                <a16:creationId xmlns:a16="http://schemas.microsoft.com/office/drawing/2014/main" id="{61BB3210-174F-4EB2-85FD-69D8C4CAE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2" name="Rectangle 28">
            <a:extLst>
              <a:ext uri="{FF2B5EF4-FFF2-40B4-BE49-F238E27FC236}">
                <a16:creationId xmlns:a16="http://schemas.microsoft.com/office/drawing/2014/main" id="{BDB65661-B4FB-44C9-BBA7-0B92B4E50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4" name="Rectangle 29">
            <a:extLst>
              <a:ext uri="{FF2B5EF4-FFF2-40B4-BE49-F238E27FC236}">
                <a16:creationId xmlns:a16="http://schemas.microsoft.com/office/drawing/2014/main" id="{D521FC44-D250-43BD-9DBE-57E400CBC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372067B3-B7F7-4880-B90D-E1BB13B5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66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31A7071-A1E3-4ABD-9E3C-984F3F9D1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7450C65-F562-4A93-8E4C-2B1A1D6D1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0563B9-ECBE-4965-97D7-9882F6A7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7E91126-5A58-4664-9FA6-5EC835C63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EF18AD9C-F20A-40DA-85EC-AE24CBA4C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5ED32872-350A-42F9-BACB-7E8FFE55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C409006C-800B-4ECA-9974-89CBD0498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AA88B005-7B82-4ACE-B3D5-1BAD7E2A5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>
              <a:extLst>
                <a:ext uri="{FF2B5EF4-FFF2-40B4-BE49-F238E27FC236}">
                  <a16:creationId xmlns:a16="http://schemas.microsoft.com/office/drawing/2014/main" id="{DC68DADB-A002-4B49-8932-F71D25B3F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>
              <a:extLst>
                <a:ext uri="{FF2B5EF4-FFF2-40B4-BE49-F238E27FC236}">
                  <a16:creationId xmlns:a16="http://schemas.microsoft.com/office/drawing/2014/main" id="{63238F89-5D1B-4101-8493-5A72E178B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D4094520-ACA0-47DD-8EB5-084BD92E8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9E6287E-AD72-4AD3-981F-086045BCA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5C8E30-87F9-A073-7C42-3C01A0EF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GB"/>
              <a:t>Co-op top down ARPG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C33DD-0ACB-6E55-DE64-84E838F05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GB"/>
              <a:t>Steam Multiplayer</a:t>
            </a:r>
          </a:p>
          <a:p>
            <a:r>
              <a:rPr lang="en-GB"/>
              <a:t>Mouse click movement</a:t>
            </a:r>
          </a:p>
          <a:p>
            <a:r>
              <a:rPr lang="en-GB"/>
              <a:t>Spell system</a:t>
            </a:r>
          </a:p>
          <a:p>
            <a:r>
              <a:rPr lang="en-GB"/>
              <a:t>Waves of enemies</a:t>
            </a:r>
          </a:p>
          <a:p>
            <a:r>
              <a:rPr lang="en-GB"/>
              <a:t>Health Pickups</a:t>
            </a:r>
          </a:p>
        </p:txBody>
      </p:sp>
      <p:pic>
        <p:nvPicPr>
          <p:cNvPr id="8" name="Picture 7" descr="A video game screen with a couple of weapons and rocks&#10;&#10;Description automatically generated">
            <a:extLst>
              <a:ext uri="{FF2B5EF4-FFF2-40B4-BE49-F238E27FC236}">
                <a16:creationId xmlns:a16="http://schemas.microsoft.com/office/drawing/2014/main" id="{BEA0B360-956C-AFBE-F0C7-ADBC56A8CF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547" r="14009" b="1"/>
          <a:stretch/>
        </p:blipFill>
        <p:spPr>
          <a:xfrm>
            <a:off x="3917593" y="1712504"/>
            <a:ext cx="8180249" cy="460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4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2945-DD0F-2D89-4F7E-BA06CF04F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2800"/>
          </a:xfrm>
        </p:spPr>
        <p:txBody>
          <a:bodyPr/>
          <a:lstStyle/>
          <a:p>
            <a:r>
              <a:rPr lang="en-GB"/>
              <a:t>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29EEC-82C4-8142-71F5-49AFA6FD3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2140"/>
            <a:ext cx="8596668" cy="1320800"/>
          </a:xfrm>
        </p:spPr>
        <p:txBody>
          <a:bodyPr/>
          <a:lstStyle/>
          <a:p>
            <a:r>
              <a:rPr lang="en-GB"/>
              <a:t>Smart use of Components</a:t>
            </a:r>
          </a:p>
          <a:p>
            <a:r>
              <a:rPr lang="en-GB"/>
              <a:t>High Modularity</a:t>
            </a:r>
          </a:p>
          <a:p>
            <a:r>
              <a:rPr lang="en-GB"/>
              <a:t>Smart use of C++/Blueprint interaction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CD73331-EC24-6045-2509-6E6F99CFF28E}"/>
              </a:ext>
            </a:extLst>
          </p:cNvPr>
          <p:cNvSpPr/>
          <p:nvPr/>
        </p:nvSpPr>
        <p:spPr>
          <a:xfrm>
            <a:off x="5378893" y="4628588"/>
            <a:ext cx="1269557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Parent of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94A9F-0368-9592-3633-ABFD30EB5318}"/>
              </a:ext>
            </a:extLst>
          </p:cNvPr>
          <p:cNvSpPr txBox="1"/>
          <p:nvPr/>
        </p:nvSpPr>
        <p:spPr>
          <a:xfrm>
            <a:off x="3473893" y="4710417"/>
            <a:ext cx="186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Spell Base class</a:t>
            </a:r>
          </a:p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FA27E-3DF9-81B6-2C6B-40B9D511CD8F}"/>
              </a:ext>
            </a:extLst>
          </p:cNvPr>
          <p:cNvSpPr txBox="1"/>
          <p:nvPr/>
        </p:nvSpPr>
        <p:spPr>
          <a:xfrm>
            <a:off x="6747319" y="4710416"/>
            <a:ext cx="2115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Fireball spell class</a:t>
            </a:r>
          </a:p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97AB1-0433-0F8C-9860-6B4AED83746D}"/>
              </a:ext>
            </a:extLst>
          </p:cNvPr>
          <p:cNvSpPr txBox="1"/>
          <p:nvPr/>
        </p:nvSpPr>
        <p:spPr>
          <a:xfrm>
            <a:off x="677334" y="3590930"/>
            <a:ext cx="144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Player Class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DCD9015-3D35-EE67-7F9E-DF72B794D196}"/>
              </a:ext>
            </a:extLst>
          </p:cNvPr>
          <p:cNvSpPr/>
          <p:nvPr/>
        </p:nvSpPr>
        <p:spPr>
          <a:xfrm>
            <a:off x="968624" y="3960262"/>
            <a:ext cx="862977" cy="5975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Has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057637-B76F-D17D-785C-A6153A6BB416}"/>
              </a:ext>
            </a:extLst>
          </p:cNvPr>
          <p:cNvSpPr txBox="1"/>
          <p:nvPr/>
        </p:nvSpPr>
        <p:spPr>
          <a:xfrm>
            <a:off x="797984" y="4585517"/>
            <a:ext cx="1445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Spell Casting Component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FCFF1CF-FCAD-AD82-F604-8F7F8E77574C}"/>
              </a:ext>
            </a:extLst>
          </p:cNvPr>
          <p:cNvSpPr/>
          <p:nvPr/>
        </p:nvSpPr>
        <p:spPr>
          <a:xfrm>
            <a:off x="2222010" y="4710417"/>
            <a:ext cx="1117600" cy="398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Has a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C7608C0-4C91-6C97-C715-FE15CFC31273}"/>
              </a:ext>
            </a:extLst>
          </p:cNvPr>
          <p:cNvSpPr/>
          <p:nvPr/>
        </p:nvSpPr>
        <p:spPr>
          <a:xfrm>
            <a:off x="968623" y="5108736"/>
            <a:ext cx="862977" cy="5975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Has 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6D8250-3C85-D4BD-0433-A5DAD81414F8}"/>
              </a:ext>
            </a:extLst>
          </p:cNvPr>
          <p:cNvSpPr txBox="1"/>
          <p:nvPr/>
        </p:nvSpPr>
        <p:spPr>
          <a:xfrm>
            <a:off x="867834" y="5689644"/>
            <a:ext cx="1255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Health Component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B6471A4-82E4-4859-07C4-309B5F89881E}"/>
              </a:ext>
            </a:extLst>
          </p:cNvPr>
          <p:cNvSpPr/>
          <p:nvPr/>
        </p:nvSpPr>
        <p:spPr>
          <a:xfrm>
            <a:off x="2243543" y="5733992"/>
            <a:ext cx="1117600" cy="398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Has 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EF1221-047F-72A4-626A-988F5FA38233}"/>
              </a:ext>
            </a:extLst>
          </p:cNvPr>
          <p:cNvSpPr txBox="1"/>
          <p:nvPr/>
        </p:nvSpPr>
        <p:spPr>
          <a:xfrm>
            <a:off x="3594543" y="5748485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UI Widget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8127AE-0AA0-7D57-2AD1-75FB4DBD5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5" y="1003241"/>
            <a:ext cx="5220429" cy="8383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74E3846-6AF6-7F1C-F8F8-733FB00C4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704" y="2219157"/>
            <a:ext cx="5220429" cy="159479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E87182F-AE3B-7580-8743-0AD088658DA2}"/>
              </a:ext>
            </a:extLst>
          </p:cNvPr>
          <p:cNvSpPr txBox="1"/>
          <p:nvPr/>
        </p:nvSpPr>
        <p:spPr>
          <a:xfrm>
            <a:off x="6399120" y="1905042"/>
            <a:ext cx="221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Health Widget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B05430-3566-B040-6501-78C49312CC30}"/>
              </a:ext>
            </a:extLst>
          </p:cNvPr>
          <p:cNvSpPr txBox="1"/>
          <p:nvPr/>
        </p:nvSpPr>
        <p:spPr>
          <a:xfrm>
            <a:off x="6252704" y="634352"/>
            <a:ext cx="221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Health Component</a:t>
            </a:r>
          </a:p>
        </p:txBody>
      </p:sp>
    </p:spTree>
    <p:extLst>
      <p:ext uri="{BB962C8B-B14F-4D97-AF65-F5344CB8AC3E}">
        <p14:creationId xmlns:p14="http://schemas.microsoft.com/office/powerpoint/2010/main" val="4149453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552F-8F67-3BB7-82A2-24E8951EF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Steam Multiplayer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80F280-CC36-C887-B0F1-1755CD91A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226132"/>
            <a:ext cx="5608698" cy="9448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C772B9-4999-FBBB-D68D-0289ECB3D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20" y="4227605"/>
            <a:ext cx="7303843" cy="20197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59139F-455E-6662-F80F-3EC9254DD3DD}"/>
                  </a:ext>
                </a:extLst>
              </p14:cNvPr>
              <p14:cNvContentPartPr/>
              <p14:nvPr/>
            </p14:nvContentPartPr>
            <p14:xfrm>
              <a:off x="913126" y="3772736"/>
              <a:ext cx="2711396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59139F-455E-6662-F80F-3EC9254DD3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4486" y="3764096"/>
                <a:ext cx="272903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EEE358C-7834-8BD4-CAA6-7187658D1890}"/>
                  </a:ext>
                </a:extLst>
              </p14:cNvPr>
              <p14:cNvContentPartPr/>
              <p14:nvPr/>
            </p14:nvContentPartPr>
            <p14:xfrm>
              <a:off x="3281040" y="5756326"/>
              <a:ext cx="223164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EEE358C-7834-8BD4-CAA6-7187658D18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72040" y="5747326"/>
                <a:ext cx="224928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5E3163F-E5A5-99B8-F770-0F8ADBE56A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298" y="3205254"/>
            <a:ext cx="4723502" cy="95162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E30DAE4-271A-F531-4D5E-B3B3CE6BAF07}"/>
              </a:ext>
            </a:extLst>
          </p:cNvPr>
          <p:cNvSpPr txBox="1">
            <a:spLocks/>
          </p:cNvSpPr>
          <p:nvPr/>
        </p:nvSpPr>
        <p:spPr>
          <a:xfrm>
            <a:off x="677334" y="1384857"/>
            <a:ext cx="8596668" cy="1567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Massive headache</a:t>
            </a:r>
          </a:p>
          <a:p>
            <a:r>
              <a:rPr lang="en-GB"/>
              <a:t>Pay attention to replication</a:t>
            </a:r>
          </a:p>
          <a:p>
            <a:r>
              <a:rPr lang="en-GB"/>
              <a:t>RPC (Remote Procedure Calls)</a:t>
            </a:r>
          </a:p>
        </p:txBody>
      </p:sp>
    </p:spTree>
    <p:extLst>
      <p:ext uri="{BB962C8B-B14F-4D97-AF65-F5344CB8AC3E}">
        <p14:creationId xmlns:p14="http://schemas.microsoft.com/office/powerpoint/2010/main" val="53531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6177-8819-91C1-381E-1C43DFF8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Enemy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C76C3-1587-6CC2-BA77-E89751B27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75"/>
            <a:ext cx="5734050" cy="1698625"/>
          </a:xfrm>
        </p:spPr>
        <p:txBody>
          <a:bodyPr>
            <a:normAutofit fontScale="92500"/>
          </a:bodyPr>
          <a:lstStyle/>
          <a:p>
            <a:r>
              <a:rPr lang="en-GB" sz="2000"/>
              <a:t>Behaviour tree</a:t>
            </a:r>
          </a:p>
          <a:p>
            <a:r>
              <a:rPr lang="en-GB" sz="2000"/>
              <a:t>C++ allows more specific and complex behavior</a:t>
            </a:r>
          </a:p>
          <a:p>
            <a:r>
              <a:rPr lang="en-GB" sz="2000"/>
              <a:t>Faster logic needed for large number of NPCs</a:t>
            </a:r>
          </a:p>
          <a:p>
            <a:r>
              <a:rPr lang="en-GB" sz="2000"/>
              <a:t>More comprehensive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55A9CF-2FCE-D6EC-414B-18BF3D347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76845"/>
            <a:ext cx="4390970" cy="2947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E848C6-933C-B39B-B366-3840DF167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76845"/>
            <a:ext cx="5159524" cy="2935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862E03-585B-2EE6-743C-871E6871CA61}"/>
              </a:ext>
            </a:extLst>
          </p:cNvPr>
          <p:cNvSpPr txBox="1"/>
          <p:nvPr/>
        </p:nvSpPr>
        <p:spPr>
          <a:xfrm>
            <a:off x="8012163" y="3487221"/>
            <a:ext cx="2359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Attack node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A8F7C4-87AB-EAA4-0D11-AA133CCE221A}"/>
              </a:ext>
            </a:extLst>
          </p:cNvPr>
          <p:cNvSpPr txBox="1"/>
          <p:nvPr/>
        </p:nvSpPr>
        <p:spPr>
          <a:xfrm>
            <a:off x="1819878" y="3487221"/>
            <a:ext cx="2359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Check distance node</a:t>
            </a:r>
          </a:p>
        </p:txBody>
      </p:sp>
    </p:spTree>
    <p:extLst>
      <p:ext uri="{BB962C8B-B14F-4D97-AF65-F5344CB8AC3E}">
        <p14:creationId xmlns:p14="http://schemas.microsoft.com/office/powerpoint/2010/main" val="60820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E34D-6B5B-089D-FF40-BA89B8D2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UI and Niagara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188BB-7CC5-848C-2806-303692CF8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925"/>
            <a:ext cx="8966200" cy="4351338"/>
          </a:xfrm>
        </p:spPr>
        <p:txBody>
          <a:bodyPr/>
          <a:lstStyle/>
          <a:p>
            <a:r>
              <a:rPr lang="en-GB"/>
              <a:t>UI replication </a:t>
            </a:r>
          </a:p>
          <a:p>
            <a:r>
              <a:rPr lang="en-GB"/>
              <a:t>Niagara replication</a:t>
            </a:r>
          </a:p>
          <a:p>
            <a:r>
              <a:rPr lang="en-GB"/>
              <a:t>Event tick solves everything (the wrong way)</a:t>
            </a:r>
          </a:p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A0C11-5C73-2D3A-FD93-FEB8FE59F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05957"/>
            <a:ext cx="4614657" cy="3043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BEDC93-49B2-A1BE-3132-F6057D04E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608" y="80682"/>
            <a:ext cx="3105658" cy="31219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FBE149-0C42-6C05-D57E-5029E8376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857" y="3832890"/>
            <a:ext cx="6461239" cy="207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6010-860C-2698-5E2C-15EF812D3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2171"/>
          </a:xfrm>
        </p:spPr>
        <p:txBody>
          <a:bodyPr/>
          <a:lstStyle/>
          <a:p>
            <a:r>
              <a:rPr lang="en-GB"/>
              <a:t>Gamemode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C59CA-606E-9666-D264-D86448846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404" y="1636154"/>
            <a:ext cx="6304108" cy="1328922"/>
          </a:xfrm>
        </p:spPr>
        <p:txBody>
          <a:bodyPr>
            <a:normAutofit fontScale="92500" lnSpcReduction="10000"/>
          </a:bodyPr>
          <a:lstStyle/>
          <a:p>
            <a:r>
              <a:rPr lang="en-GB"/>
              <a:t>Why we did it mostly using blueprint</a:t>
            </a:r>
          </a:p>
          <a:p>
            <a:r>
              <a:rPr lang="en-GB"/>
              <a:t>Asyncronous logic with event dispatchers</a:t>
            </a:r>
          </a:p>
          <a:p>
            <a:r>
              <a:rPr lang="en-GB"/>
              <a:t>Event dispatchers are great for communicating with other things like UI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FF1468-413A-7F21-34EC-B1EAC2C85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04" y="3429000"/>
            <a:ext cx="7440063" cy="2295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49FCE2-D403-643B-92C7-ECB5F2F0C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450" y="3670300"/>
            <a:ext cx="3057952" cy="1590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2A3B79-081D-72F1-DB11-3C18EED20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446" y="881192"/>
            <a:ext cx="3839111" cy="14194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428385-FF94-D225-394F-BBD6A31C3EA4}"/>
              </a:ext>
            </a:extLst>
          </p:cNvPr>
          <p:cNvSpPr txBox="1"/>
          <p:nvPr/>
        </p:nvSpPr>
        <p:spPr>
          <a:xfrm>
            <a:off x="8345120" y="560730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Enemy Blueprint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7F798A-F4FB-80F4-3650-3856CAB78B3C}"/>
              </a:ext>
            </a:extLst>
          </p:cNvPr>
          <p:cNvSpPr txBox="1"/>
          <p:nvPr/>
        </p:nvSpPr>
        <p:spPr>
          <a:xfrm>
            <a:off x="2822128" y="3072199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Gamemode Blueprint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94AB71-F650-81BF-A4F1-ECEB5658AB5D}"/>
              </a:ext>
            </a:extLst>
          </p:cNvPr>
          <p:cNvCxnSpPr>
            <a:cxnSpLocks/>
          </p:cNvCxnSpPr>
          <p:nvPr/>
        </p:nvCxnSpPr>
        <p:spPr>
          <a:xfrm flipH="1">
            <a:off x="7137400" y="1346200"/>
            <a:ext cx="2578100" cy="2171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202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E6B9-C362-FED0-E9CE-7D1BC561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Asset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F929C-EAF1-0131-6303-1D3291D45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Quixel</a:t>
            </a:r>
          </a:p>
          <a:p>
            <a:r>
              <a:rPr lang="en-GB"/>
              <a:t>Moore Game Dev</a:t>
            </a:r>
          </a:p>
        </p:txBody>
      </p:sp>
    </p:spTree>
    <p:extLst>
      <p:ext uri="{BB962C8B-B14F-4D97-AF65-F5344CB8AC3E}">
        <p14:creationId xmlns:p14="http://schemas.microsoft.com/office/powerpoint/2010/main" val="13135245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270</TotalTime>
  <Words>158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Witch Hunt</vt:lpstr>
      <vt:lpstr>Co-op top down ARPG</vt:lpstr>
      <vt:lpstr>Design Pattern</vt:lpstr>
      <vt:lpstr>Steam Multiplayer</vt:lpstr>
      <vt:lpstr>Enemy AI</vt:lpstr>
      <vt:lpstr>UI and Niagara</vt:lpstr>
      <vt:lpstr>Gamemode</vt:lpstr>
      <vt:lpstr>Asset providers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Luigi De Marco</dc:creator>
  <cp:lastModifiedBy>Luigi De Marco</cp:lastModifiedBy>
  <cp:revision>5</cp:revision>
  <dcterms:created xsi:type="dcterms:W3CDTF">2024-11-17T19:26:52Z</dcterms:created>
  <dcterms:modified xsi:type="dcterms:W3CDTF">2024-11-17T23:57:38Z</dcterms:modified>
</cp:coreProperties>
</file>